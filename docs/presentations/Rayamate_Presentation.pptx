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-1097280"/>
            <a:ext cx="5029200" cy="2926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914400" y="4754880"/>
            <a:ext cx="4114800" cy="27432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RAYAMATE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رایامیت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دستیار هوشمند هوش تجاری برای تحلیل گفتگویی تراکنش‌ها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319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پرسش به زبان طبیعی ← تولید امن SQL ← اجرای گزارش ← تحلیل هوشمند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ارائه فنی پروژه  |  بهپرداخت ملت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1 از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چالش اصلی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دسترسی به گزارش‌های تراکنشی معمولاً نیازمند دانش SQL و ابزار BI تخصصی است.</a:t>
            </a:r>
          </a:p>
          <a:p>
            <a:pPr algn="r">
              <a:spcAft>
                <a:spcPts val="800"/>
              </a:spcAft>
            </a:pPr>
            <a:r>
              <a:rPr sz="18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کاربران کسب‌وکار می‌خواهند به زبان فارسی یا انگلیسی سؤال بپرسند و سریع پاسخ بگیرند.</a:t>
            </a:r>
          </a:p>
          <a:p>
            <a:pPr algn="r">
              <a:spcAft>
                <a:spcPts val="800"/>
              </a:spcAft>
            </a:pPr>
            <a:r>
              <a:rPr sz="18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اجرای مستقیم کوئری تولیدشده توسط مدل بدون کنترل امنیتی، خطرناک است.</a:t>
            </a:r>
          </a:p>
          <a:p>
            <a:pPr algn="r">
              <a:spcAft>
                <a:spcPts val="800"/>
              </a:spcAft>
            </a:pPr>
            <a:r>
              <a:rPr sz="18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نیاز به احراز هویت، مدیریت کاربران و ذخیره تاریخچه گفتگو برای هر کاربر وجود دارد.</a:t>
            </a:r>
          </a:p>
          <a:p>
            <a:pPr algn="r">
              <a:spcAft>
                <a:spcPts val="800"/>
              </a:spcAft>
            </a:pPr>
            <a:r>
              <a:rPr sz="18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در محیط عملیاتی باید هم مدل ابری (AvalAI) و هم مدل محلی (Ollama) پشتیبانی شود.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2 از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راه‌حل: رایامیت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03520" cy="1920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گفتگوی هوشمند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کاربر سؤال خود را به زبان طبیعی می‌پرسد و سیستم گزارش می‌سازد.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1920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SQL امن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فقط کوئری‌های خواندنی (SELECT) پس از اعتبارسنجی امنیتی اجرا می‌شوند.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5303520" cy="1920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تحلیل افزوده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پس از نمایش نتیجه، کاربر می‌تواند تحلیل و پیش‌بینی هوشمند دریافت کند.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66160"/>
            <a:ext cx="5303520" cy="19202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886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تجربه یکپارچه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صفحه معرفی، ورود، داشبورد گفتگو و مدیریت کاربران در یک سامانه.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3 از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معماری سامانه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25880"/>
            <a:ext cx="9418320" cy="9601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رابط کاربری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صفحه معرفی، ورود با کپچا، داشبورد گفتگو و پنل تاریخچه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468880"/>
            <a:ext cx="9418320" cy="960120"/>
          </a:xfrm>
          <a:prstGeom prst="round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API (FastAPI)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مسیرهای /api/chat ، /api/analyze ، /api/users ، /api/history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611880"/>
            <a:ext cx="9418320" cy="9601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74904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لایه هوش مصنوعی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690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Ollama محلی یا AvalAI ابری برای تولید SQL و تحلیل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754880"/>
            <a:ext cx="9418320" cy="960120"/>
          </a:xfrm>
          <a:prstGeom prst="round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89204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امنیت و داده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120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اعتبارسنجی SQL، نشست کاربران، پایگاه SQLite/قابل تعویض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4 از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گردش کار پاسخ به سؤال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1828800" cy="21031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دریافت سؤال کاربر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194560"/>
            <a:ext cx="1828800" cy="21031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تولید SQL توسط مدل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94560"/>
            <a:ext cx="1828800" cy="21031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بررسی ایمنی کوئری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799" y="2194560"/>
            <a:ext cx="1828800" cy="21031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اجرا روی پایگاه داده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194560"/>
            <a:ext cx="1828800" cy="21031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نمایش جدول و نمودار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2194560"/>
            <a:ext cx="1828800" cy="21031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تحلیل اختیاری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در هر مرحله زمان‌بندی سرویس‌ها اندازه‌گیری و به کاربر نمایش داده می‌شود تا شفافیت عملکرد سامانه حفظ شود.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5 از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قابلیت‌های کلیدی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پشتیبانی دوزبانه فارسی و انگلیسی در سؤال و پاسخ.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انتخاب مدل AvalAI یا Ollama و ذخیره‌سازی ترجیح هر کاربر.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تاریخچه گفتگو برای هر کاربر به‌صورت جداگانه.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اقدامات سریع در داشبورد (فروشندگان برتر، خلاصه امروز و ...).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مدیریت کاربران توسط مدیر: نام کاربری، رمز، موبایل و نام نمایشی.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امنیت ورود با کپچای «من ربات نیستم» و کنترل نشست.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6 از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مدل‌های هوش مصنوعی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03520" cy="4023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023360"/>
          </a:xfrm>
          <a:prstGeom prst="round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AvalAI (پیش‌فرض)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API ابری سازگار با OpenAI</a:t>
            </a:r>
          </a:p>
          <a:p>
            <a:pPr algn="r">
              <a:spcAft>
                <a:spcPts val="800"/>
              </a:spcAft>
            </a:pPr>
            <a:r>
              <a:rPr sz="16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مناسب استقرار روی هاست و سرور</a:t>
            </a:r>
          </a:p>
          <a:p>
            <a:pPr algn="r">
              <a:spcAft>
                <a:spcPts val="800"/>
              </a:spcAft>
            </a:pPr>
            <a:r>
              <a:rPr sz="16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انتخاب پیش‌فرض سامانه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Ollama (محلی)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اجرا روی سیستم محلی کاربر</a:t>
            </a:r>
          </a:p>
          <a:p>
            <a:pPr algn="r">
              <a:spcAft>
                <a:spcPts val="800"/>
              </a:spcAft>
            </a:pPr>
            <a:r>
              <a:rPr sz="16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مناسب محیط توسعه و آفلاین</a:t>
            </a:r>
          </a:p>
          <a:p>
            <a:pPr algn="r">
              <a:spcAft>
                <a:spcPts val="800"/>
              </a:spcAft>
            </a:pPr>
            <a:r>
              <a:rPr sz="16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نیازمند سرویس ollama 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7 از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امنیت و مدیریت کاربران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رمز عبور کاربران به‌صورت هش‌شده (PBKDF2) در پایگاه داده ذخیره می‌شود.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نقش مدیر می‌تواند کاربر جدید اضافه کند، ویرایش کند یا حذف کند.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صفحه مدیریت کاربران فقط برای نقش admin قابل مشاهده است.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لایه sql_safety فقط دستورات SELECT امن را می‌پذیرد و دستورات مخرب را رد می‌کند.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نشست کاربران با SessionMiddleware محافظت می‌شود.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8 از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تجربه کاربری و داشبورد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صفحه معرفی (First) با هویت بصری سبز رایامیت.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صفحه ورود با زمینه Rayamate و کپچای تأیید انسانی.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داشبورد سمت راست: تاریخچه گفتگو، اقدامات سریع و تنظیمات مدل/زبان.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امکان جمع‌کردن پنل کناری برای تمرکز بیشتر روی گفتگو.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•  نمایش جدول نتایج و نمودار سبک پس از اجرای گزارش.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9 از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فناوری‌های استفاده‌شده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66160" cy="1737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FastAPI + Uvicorn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سرویس‌دهی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566160" cy="1737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SQLAlchemy +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لایه داده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566160" cy="1737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Ollama / AvalAI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مدل زبانی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566160" cy="1737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HTML/CSS/JS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رابط کاربری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657600"/>
            <a:ext cx="3566160" cy="1737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Docker / cPanel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استقرار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657600"/>
            <a:ext cx="3566160" cy="1737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Session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ورود کاربران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10 از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جمع‌بندی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رایامیت پلی میان زبان طبیعی و گزارش‌های تراکنشی است؛
با کنترل امنیتی، مدیریت کاربران و انتخاب انعطاف‌پذیر مدل هوش مصنوعی.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با تشکر از توجه شما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سؤال و پاسخ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7A6D"/>
                </a:solidFill>
                <a:latin typeface="Tahoma"/>
                <a:ea typeface="Tahoma"/>
                <a:cs typeface="Tahoma"/>
              </a:rPr>
              <a:t>Rayamate  |  رایامیت  |  صفحه 11 از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